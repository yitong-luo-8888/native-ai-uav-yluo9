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Yitong. HW7: a search drone finds things before it finds people. My pipeline decides what each object means for this search, and my HW6 planner decides whether anything flies. The model proposes; code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is given. Describe sees only pixels, so it can't see what it's hoping for. Relevance and Decide get text only, which makes every mistake traceable to one stage. Decide picks from a menu; the model never writes a coordinate. My code sets the centre, allows one closer look, and then the same HW6 validator that checks the operator checks the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image boy-greenshirt. Two of his things, four decoys. The near miss is a navy beanie: same colour as his cap, wrong kind of hat. All six lie under UAV 1's HW6 search route; check_set.py reports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model, final prompts: 100 percent on both sets, 93 percent agreement on three repeats. About two cents per clue. But evaluate.py renders are much sharper than what the GUI camera gives in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Replaying the real flight crops: the cap came out log_only. Describe was honest about the blur. Relevance was the first wrong stage: one candidate_item field made it commit to the shorts first. Fix: list every possible item before choosing, and a rule for unclear descriptions. First version over-fired on the soccer ball, so I added the outline. Offline stayed 100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run in new-gui: his cap and backpack got a hover, the decoys flew nothing, and the detector's repeats were refused by my validator. Earlier, two AI converges were refused on battery reserve: the same rule that refuses an operator. The model proposes; code decides.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HW7 · Yitong Luo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0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HW7 · Yitong Luo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0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HW7 · LLM clue-reasoning pipeline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proposes.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decides.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drone finds a cap, a backpack, a doll. Three Claude stages decide what each one means for this search. My HW6 validator decides whether anything flies.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777240"/>
            <a:ext cx="2743200" cy="2743200"/>
          </a:xfrm>
          <a:prstGeom prst="ellipse">
            <a:avLst/>
          </a:prstGeom>
          <a:solidFill>
            <a:srgbClr val="2E3A48"/>
          </a:solidFill>
          <a:ln w="25400">
            <a:solidFill>
              <a:srgbClr val="F26B1D"/>
            </a:solidFill>
            <a:prstDash val="solid"/>
          </a:ln>
        </p:spPr>
      </p:sp>
      <p:pic>
        <p:nvPicPr>
          <p:cNvPr id="6" name="Image 0" descr="C:\Users\Yitong\AppData\Local\Temp\claude\--wsl-localhost-Ubuntu-home-yitong-uav-native-ai\5626ac00-b96f-4523-b66d-3cae6d4f4d7e\scratchpad\deck\eth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051560"/>
            <a:ext cx="2011680" cy="2194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893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Ethan, 8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0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stages, then the fence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82880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detector.py --oracle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GUI camera frames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55648" y="1947672"/>
            <a:ext cx="91440" cy="0"/>
          </a:xfrm>
          <a:prstGeom prst="line">
            <a:avLst/>
          </a:prstGeom>
          <a:noFill/>
          <a:ln w="19050">
            <a:solidFill>
              <a:srgbClr val="6B7A8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47088" y="123444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938528" y="13716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82880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pixels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who is missing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45536" y="1947672"/>
            <a:ext cx="91440" cy="0"/>
          </a:xfrm>
          <a:prstGeom prst="line">
            <a:avLst/>
          </a:prstGeom>
          <a:noFill/>
          <a:ln w="19050">
            <a:solidFill>
              <a:srgbClr val="6B7A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36976" y="123444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328416" y="13716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10128" y="182880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only: person vs.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35424" y="1947672"/>
            <a:ext cx="91440" cy="0"/>
          </a:xfrm>
          <a:prstGeom prst="line">
            <a:avLst/>
          </a:prstGeom>
          <a:noFill/>
          <a:ln w="19050">
            <a:solidFill>
              <a:srgbClr val="6B7A8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26864" y="123444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18304" y="13716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00016" y="182880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menu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25312" y="1947672"/>
            <a:ext cx="91440" cy="0"/>
          </a:xfrm>
          <a:prstGeom prst="line">
            <a:avLst/>
          </a:prstGeom>
          <a:noFill/>
          <a:ln w="19050">
            <a:solidFill>
              <a:srgbClr val="6B7A8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16752" y="123444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108192" y="13716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guard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089904" y="182880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= candidate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1 closer look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1947672"/>
            <a:ext cx="91440" cy="0"/>
          </a:xfrm>
          <a:prstGeom prst="line">
            <a:avLst/>
          </a:prstGeom>
          <a:noFill/>
          <a:ln w="19050">
            <a:solidFill>
              <a:srgbClr val="6B7A8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123444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1F8A7E"/>
          </a:solidFill>
          <a:ln w="12700">
            <a:solidFill>
              <a:srgbClr val="1F8A7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498080" y="13716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182880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busy UAV,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spot, radius clamp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847088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(claude-sonnet-5-5), structured output, my schemas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815584" y="274320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code: hw07/clues + hw06/planner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8580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mission/clues → my planner: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inspect_closer → hover over the clue · converge_search → circle around the centre · ignore / log_only → nothing flies. </a:t>
            </a:r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goes on mission/action_result, marked decided_by: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test set: Ethan, 8, near the north gate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written before drawing
</a:t>
            </a:r>
            <a:pPr indent="0" marL="0">
              <a:buNone/>
            </a:pPr>
            <a:r>
              <a:rPr lang="en-US" sz="14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cap with a grey front panel, green tee, denim shorts, white sneakers; small orange backpack with a green dinosaur patch.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decoy
</a:t>
            </a:r>
            <a:pPr indent="0" marL="0">
              <a:buNone/>
            </a:pPr>
            <a:r>
              <a:rPr lang="en-US" sz="14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Beanie: right colour, wrong kind (near miss). Man's shoe: adult size. Doll: a child's toy, not his. Ball: tempting at a stadium.</a:t>
            </a:r>
            <a:endParaRPr lang="en-US" sz="1400" dirty="0"/>
          </a:p>
        </p:txBody>
      </p:sp>
      <p:pic>
        <p:nvPicPr>
          <p:cNvPr id="5" name="Image 0" descr="C:\Users\Yitong\AppData\Local\Temp\claude\--wsl-localhost-Ubuntu-home-yitong-uav-native-ai\5626ac00-b96f-4523-b66d-3cae6d4f4d7e\scratchpad\deck\e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20440" y="1051560"/>
            <a:ext cx="16002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20440" y="2423160"/>
            <a:ext cx="1600200" cy="292608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575304" y="245059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· his cap</a:t>
            </a:r>
            <a:endParaRPr lang="en-US" sz="1000" dirty="0"/>
          </a:p>
        </p:txBody>
      </p:sp>
      <p:pic>
        <p:nvPicPr>
          <p:cNvPr id="8" name="Image 1" descr="C:\Users\Yitong\AppData\Local\Temp\claude\--wsl-localhost-Ubuntu-home-yitong-uav-native-ai\5626ac00-b96f-4523-b66d-3cae6d4f4d7e\scratchpad\deck\e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57800" y="1051560"/>
            <a:ext cx="1600200" cy="137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57800" y="2423160"/>
            <a:ext cx="1600200" cy="292608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12664" y="245059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· his backpack</a:t>
            </a:r>
            <a:endParaRPr lang="en-US" sz="1000" dirty="0"/>
          </a:p>
        </p:txBody>
      </p:sp>
      <p:pic>
        <p:nvPicPr>
          <p:cNvPr id="11" name="Image 2" descr="C:\Users\Yitong\AppData\Local\Temp\claude\--wsl-localhost-Ubuntu-home-yitong-uav-native-ai\5626ac00-b96f-4523-b66d-3cae6d4f4d7e\scratchpad\deck\e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95160" y="1051560"/>
            <a:ext cx="16002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995160" y="2423160"/>
            <a:ext cx="1600200" cy="292608"/>
          </a:xfrm>
          <a:prstGeom prst="rect">
            <a:avLst/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050024" y="245059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· near miss: beanie</a:t>
            </a:r>
            <a:endParaRPr lang="en-US" sz="1000" dirty="0"/>
          </a:p>
        </p:txBody>
      </p:sp>
      <p:pic>
        <p:nvPicPr>
          <p:cNvPr id="14" name="Image 3" descr="C:\Users\Yitong\AppData\Local\Temp\claude\--wsl-localhost-Ubuntu-home-yitong-uav-native-ai\5626ac00-b96f-4523-b66d-3cae6d4f4d7e\scratchpad\deck\e0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20440" y="2926080"/>
            <a:ext cx="1600200" cy="1371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520440" y="4297680"/>
            <a:ext cx="1600200" cy="292608"/>
          </a:xfrm>
          <a:prstGeom prst="rect">
            <a:avLst/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575304" y="432511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· man's shoe</a:t>
            </a:r>
            <a:endParaRPr lang="en-US" sz="1000" dirty="0"/>
          </a:p>
        </p:txBody>
      </p:sp>
      <p:pic>
        <p:nvPicPr>
          <p:cNvPr id="17" name="Image 4" descr="C:\Users\Yitong\AppData\Local\Temp\claude\--wsl-localhost-Ubuntu-home-yitong-uav-native-ai\5626ac00-b96f-4523-b66d-3cae6d4f4d7e\scratchpad\deck\e0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257800" y="2926080"/>
            <a:ext cx="1600200" cy="1371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257800" y="4297680"/>
            <a:ext cx="1600200" cy="292608"/>
          </a:xfrm>
          <a:prstGeom prst="rect">
            <a:avLst/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312664" y="432511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· doll</a:t>
            </a:r>
            <a:endParaRPr lang="en-US" sz="1000" dirty="0"/>
          </a:p>
        </p:txBody>
      </p:sp>
      <p:pic>
        <p:nvPicPr>
          <p:cNvPr id="20" name="Image 5" descr="C:\Users\Yitong\AppData\Local\Temp\claude\--wsl-localhost-Ubuntu-home-yitong-uav-native-ai\5626ac00-b96f-4523-b66d-3cae6d4f4d7e\scratchpad\deck\e0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95160" y="2926080"/>
            <a:ext cx="1600200" cy="13716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995160" y="4297680"/>
            <a:ext cx="1600200" cy="292608"/>
          </a:xfrm>
          <a:prstGeom prst="rect">
            <a:avLst/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7050024" y="432511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· soccer ball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Offline: every clue right, every run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Lily's set, 3 repeats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and 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agreement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repeats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set (Ethan)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and 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$0.02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clue, three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calls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disagreement: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Lily's shoe went log_only, log_only, ignore (both acceptable). Closer looks: 8, all asked for by Describe. Code guard overrides: 0.
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these renders are sharp. </a:t>
            </a:r>
            <a:pPr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camera in flight is not, and that is where it broke.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Traced failure: Relevance filed Ethan's cap away</a:t>
            </a:r>
            <a:endParaRPr lang="en-US" sz="2800" dirty="0"/>
          </a:p>
        </p:txBody>
      </p:sp>
      <p:pic>
        <p:nvPicPr>
          <p:cNvPr id="3" name="Image 0" descr="C:\Users\Yitong\AppData\Local\Temp\claude\--wsl-localhost-Ubuntu-home-yitong-uav-native-ai\5626ac00-b96f-4523-b66d-3cae6d4f4d7e\scratchpad\deck\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1399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render</a:t>
            </a:r>
            <a:endParaRPr lang="en-US" sz="1200" dirty="0"/>
          </a:p>
        </p:txBody>
      </p:sp>
      <p:pic>
        <p:nvPicPr>
          <p:cNvPr id="5" name="Image 1" descr="C:\Users\Yitong\AppData\Local\Temp\claude\--wsl-localhost-Ubuntu-home-yitong-uav-native-ai\5626ac00-b96f-4523-b66d-3cae6d4f4d7e\scratchpad\deck\e01-f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 (GUI)</a:t>
            </a:r>
            <a:endParaRPr lang="en-US" sz="1200" dirty="0"/>
          </a:p>
        </p:txBody>
      </p:sp>
      <p:pic>
        <p:nvPicPr>
          <p:cNvPr id="7" name="Image 2" descr="C:\Users\Yitong\AppData\Local\Temp\claude\--wsl-localhost-Ubuntu-home-yitong-uav-native-ai\5626ac00-b96f-4523-b66d-3cae6d4f4d7e\scratchpad\deck\e01-z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1005840" cy="10058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554480" y="37764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look 6×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2880360" y="1051560"/>
            <a:ext cx="2788920" cy="3429000"/>
          </a:xfrm>
          <a:prstGeom prst="roundRect">
            <a:avLst>
              <a:gd name="adj" fmla="val 262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306324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3063240" y="164592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✓ honest: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"blurry blue object, white-grey oval", confidence low, needs a closer look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✗ first wrong stage: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"blue denim shorts", said low, while its rationale named the cap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log_only: his cap ignored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897880" y="1051560"/>
            <a:ext cx="2788920" cy="3429000"/>
          </a:xfrm>
          <a:prstGeom prst="roundRect">
            <a:avLst>
              <a:gd name="adj" fmla="val 262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608076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and after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080760" y="164592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possible_items before candidate_item, so it compares before it commits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but colour, size and outline fit → medium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inspect_closer → hover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zoomed: high → converge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flight: every clue handled, the fence held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16152"/>
            <a:ext cx="182880" cy="182880"/>
          </a:xfrm>
          <a:prstGeom prst="ellipse">
            <a:avLst/>
          </a:prstGeom>
          <a:solidFill>
            <a:srgbClr val="3CC2B0"/>
          </a:solidFill>
          <a:ln w="12700">
            <a:solidFill>
              <a:srgbClr val="3CC2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cap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→ inspect_closer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hovered 60 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28216"/>
            <a:ext cx="182880" cy="1828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cap, re-reported ×2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7007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→ inspect_closer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7007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busy, same spot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40280"/>
            <a:ext cx="182880" cy="182880"/>
          </a:xfrm>
          <a:prstGeom prst="ellipse">
            <a:avLst/>
          </a:prstGeom>
          <a:solidFill>
            <a:srgbClr val="3CC2B0"/>
          </a:solidFill>
          <a:ln w="12700">
            <a:solidFill>
              <a:srgbClr val="3CC2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backpack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212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→ inspect_closer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2212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hovered 60 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33472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52344"/>
            <a:ext cx="182880" cy="182880"/>
          </a:xfrm>
          <a:prstGeom prst="ellipse">
            <a:avLst/>
          </a:prstGeom>
          <a:solidFill>
            <a:srgbClr val="A9B6C3"/>
          </a:solidFill>
          <a:ln w="12700">
            <a:solidFill>
              <a:srgbClr val="A9B6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2724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beanie, ball, shoe, doll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27249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none → log / ignore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27249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flew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145536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2E3A48"/>
          </a:solidFill>
          <a:ln w="12700">
            <a:solidFill>
              <a:srgbClr val="2E3A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264408"/>
            <a:ext cx="182880" cy="18288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converges at 26% battery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3236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(inject_clue.py)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3236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reserve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left to the model: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coordinates, feasibility, a second look, a delivery.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runs it all: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hw07/run_demo.sh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0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HW7: an LLM clue-reasoning pipeline</dc:title>
  <dc:subject>PptxGenJS Presentation</dc:subject>
  <dc:creator>Yitong Luo</dc:creator>
  <cp:lastModifiedBy>Yitong Luo</cp:lastModifiedBy>
  <cp:revision>1</cp:revision>
  <dcterms:created xsi:type="dcterms:W3CDTF">2026-10-15T07:35:21Z</dcterms:created>
  <dcterms:modified xsi:type="dcterms:W3CDTF">2026-10-15T07:35:21Z</dcterms:modified>
</cp:coreProperties>
</file>